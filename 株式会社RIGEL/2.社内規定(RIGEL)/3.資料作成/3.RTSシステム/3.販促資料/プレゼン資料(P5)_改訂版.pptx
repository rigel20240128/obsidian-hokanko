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webp" ContentType="image/webp"/>
  <Override PartName="/ppt/media/image-2-3.webp" ContentType="image/webp"/>
  <Override PartName="/ppt/media/image-2-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RTSの概要とキャッチコピーを紹介する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自動化が進まない理由、よくある課題への答え、RTSの3つの発想の転換を説明する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4つのプランの学習範囲・月額・初期費用を比較する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導入の流れ、契約条件、サポート体制、会社概要を伝える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5.jpg"/><Relationship Id="rId6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webp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448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卓上型ロボット教育レンタルシステム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586930"/>
            <a:ext cx="90006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120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RTS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1143000" y="4263330"/>
            <a:ext cx="90006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2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Robot Training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5425380"/>
            <a:ext cx="900066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設備を買う前に、人を育てる。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1143000" y="7223671"/>
            <a:ext cx="3752404" cy="933450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600200" y="7414171"/>
            <a:ext cx="295057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月額 ¥120,000〜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pic>
        <p:nvPicPr>
          <p:cNvPr id="13" name="Picture 12" descr="JR3203-MA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382" y="2324100"/>
            <a:ext cx="5692655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6965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自動化が進まない、本当の理由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22" y="304800"/>
            <a:ext cx="1615678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05727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設備より、人。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43000" y="18002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0" dirty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自動化の前提は、設備ではありません。それを扱える、自社の技術者です。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114300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278892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設備を導入したが、誰も触れない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先に人を育ててから設備を選ぶ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278892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132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生産ラインを止めて教育はできない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教育専用設備を別に置くので現場に影響しない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6583679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7744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外部研修は単発で、身につかない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月額で手元に置き続けるから積み上がる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6583679"/>
            <a:ext cx="731520" cy="731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6132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故障が怖くて触らせられない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"壊す→直す"を教材にする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4325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必要な範囲から、始められる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2575"/>
            <a:ext cx="1760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4つのプラン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143000" y="3305175"/>
            <a:ext cx="14287500" cy="19050"/>
          </a:xfrm>
          <a:prstGeom prst="rect">
            <a:avLst/>
          </a:prstGeom>
          <a:solidFill>
            <a:srgbClr val="17181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グレード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44528" y="2838450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学習範囲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19282" y="2838450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月額リース料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57423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初期費用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40386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3000" y="35290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STANDARD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844528" y="35147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センサー / 空圧機器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19282" y="35147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¥120,000 /月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957423" y="35147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100,000-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7625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143000" y="42529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ADVANCE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844528" y="42386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通信関係（シリアル、Ethernet I/P）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019282" y="42386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¥198,000 /月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957423" y="42386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150,000-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54864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9768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VISION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844528" y="49625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画像処理（位置補正、検査）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019282" y="49625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¥298,000 /月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957423" y="49625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200,000-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62103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143000" y="57007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PROFESSIONAL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3844528" y="5686425"/>
            <a:ext cx="54407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サーボ制御を含む全範囲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019282" y="5686425"/>
            <a:ext cx="40804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¥398,000 /月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957423" y="5686425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250,000-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43000" y="6524625"/>
            <a:ext cx="157162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お客様の学習内容に合わせてプランをご用意しており、技術力向上に貢献致します。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21123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届いたその日から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導入の流れ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828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790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41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キットが届く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4800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277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96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84850" y="3609975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組み立てる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46950" y="3228975"/>
            <a:ext cx="2794099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12268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1887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42935" y="3609975"/>
            <a:ext cx="15012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動かして学ぶ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44605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5925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5887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438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技術者に育つ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80276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143000" y="68084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11430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同梱物リスト付きで内容確認が容易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2578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組立手順書付きで迷わず完成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726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3726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章／体系マニュアルを完備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874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134874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年／代表者のFA設備設計実績</a:t>
            </a:r>
            <a:endParaRPr lang="en-US" sz="18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1143000" y="5486400"/>
            <a:ext cx="1600200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410004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904" y="4777740"/>
            <a:ext cx="685800" cy="685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09106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06" y="4777740"/>
            <a:ext cx="685800" cy="6858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807293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0193" y="4777740"/>
            <a:ext cx="685800" cy="685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5506395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9295" y="477774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7315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安心してお使いいただくために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355" y="304495"/>
            <a:ext cx="1615744" cy="8577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契約条件とサポート体制</a:t>
            </a:r>
            <a:endParaRPr lang="en-US" sz="4800" dirty="0"/>
          </a:p>
        </p:txBody>
      </p:sp>
      <p:sp>
        <p:nvSpPr>
          <p:cNvPr id="31" name="Text 28"/>
          <p:cNvSpPr/>
          <p:nvPr/>
        </p:nvSpPr>
        <p:spPr>
          <a:xfrm>
            <a:off x="11430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430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515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契約期間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3931920" y="4204906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3ヶ月〜24ヶ月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1430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0515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途中解約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3931920" y="5850065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2ヶ月前申請で可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1430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515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契約終了後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3931920" y="7495222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ご返送（送料お客様負担）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96012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サポート体制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96012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5097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メール対応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2390120" y="4204906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3営業日以内</a:t>
            </a:r>
            <a:endParaRPr lang="en-US" sz="1950" dirty="0"/>
          </a:p>
        </p:txBody>
      </p:sp>
      <p:sp>
        <p:nvSpPr>
          <p:cNvPr id="45" name="Shape 42"/>
          <p:cNvSpPr/>
          <p:nvPr/>
        </p:nvSpPr>
        <p:spPr>
          <a:xfrm>
            <a:off x="96012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95097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オンライン対応</a:t>
            </a:r>
            <a:endParaRPr lang="en-US" sz="1950" dirty="0"/>
          </a:p>
        </p:txBody>
      </p:sp>
      <p:sp>
        <p:nvSpPr>
          <p:cNvPr id="47" name="Text 44"/>
          <p:cNvSpPr/>
          <p:nvPr/>
        </p:nvSpPr>
        <p:spPr>
          <a:xfrm>
            <a:off x="12390120" y="5850065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¥10,000 / 時間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96012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95097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訪問対応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12390120" y="7495222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¥100,000 / 日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1871722" y="9725025"/>
            <a:ext cx="58006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千葉県柏市／rigel-works.jp／info@rigel-works.jp</a:t>
            </a:r>
            <a:endParaRPr lang="en-US" sz="1800" dirty="0"/>
          </a:p>
        </p:txBody>
      </p:sp>
      <p:pic>
        <p:nvPicPr>
          <p:cNvPr id="60" name="Picture 59" descr="s5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169663"/>
            <a:ext cx="457200" cy="457200"/>
          </a:xfrm>
          <a:prstGeom prst="rect">
            <a:avLst/>
          </a:prstGeom>
        </p:spPr>
      </p:pic>
      <p:pic>
        <p:nvPicPr>
          <p:cNvPr id="61" name="Picture 60" descr="s5_ro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5815584"/>
            <a:ext cx="457200" cy="457200"/>
          </a:xfrm>
          <a:prstGeom prst="rect">
            <a:avLst/>
          </a:prstGeom>
        </p:spPr>
      </p:pic>
      <p:pic>
        <p:nvPicPr>
          <p:cNvPr id="62" name="Picture 61" descr="s5_retu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7461503"/>
            <a:ext cx="457200" cy="457200"/>
          </a:xfrm>
          <a:prstGeom prst="rect">
            <a:avLst/>
          </a:prstGeom>
        </p:spPr>
      </p:pic>
      <p:pic>
        <p:nvPicPr>
          <p:cNvPr id="63" name="Picture 62" descr="s5_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4169663"/>
            <a:ext cx="457200" cy="457200"/>
          </a:xfrm>
          <a:prstGeom prst="rect">
            <a:avLst/>
          </a:prstGeom>
        </p:spPr>
      </p:pic>
      <p:pic>
        <p:nvPicPr>
          <p:cNvPr id="64" name="Picture 63" descr="s5_on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824" y="5815584"/>
            <a:ext cx="457200" cy="457200"/>
          </a:xfrm>
          <a:prstGeom prst="rect">
            <a:avLst/>
          </a:prstGeom>
        </p:spPr>
      </p:pic>
      <p:pic>
        <p:nvPicPr>
          <p:cNvPr id="65" name="Picture 64" descr="s5_vis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8824" y="746150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2026-08-05T14:11:02Z</dcterms:created>
  <dcterms:modified xsi:type="dcterms:W3CDTF">2026-08-05T14:11:02Z</dcterms:modified>
</cp:coreProperties>
</file>