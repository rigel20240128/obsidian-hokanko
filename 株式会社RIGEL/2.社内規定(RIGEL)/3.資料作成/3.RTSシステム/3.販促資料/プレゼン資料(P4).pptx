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RTSの概要とキャッチコピーを紹介する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自動化が進まない理由、よくある課題への答え、RTSの3つの発想の転換を説明する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4つのプランの学習範囲・月額・初期費用を比較する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導入の流れ、契約条件、サポート体制、会社概要を伝える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webp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448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卓上型ロボット教育レンタルシステム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586930"/>
            <a:ext cx="90006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120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1143000" y="4263330"/>
            <a:ext cx="90006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2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Training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5425380"/>
            <a:ext cx="900066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設備を買う前に、人を育てる。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1143000" y="7223671"/>
            <a:ext cx="3752404" cy="933450"/>
          </a:xfrm>
          <a:prstGeom prst="rect">
            <a:avLst/>
          </a:prstGeom>
          <a:solidFill>
            <a:srgbClr val="026881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7414171"/>
            <a:ext cx="295057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¥120,000〜</a:t>
            </a:r>
            <a:endParaRPr lang="en-US" sz="3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5809" r="-15809" t="0" b="0"/>
          <a:stretch/>
        </p:blipFill>
        <p:spPr>
          <a:xfrm>
            <a:off x="9706421" y="2324100"/>
            <a:ext cx="7438579" cy="6096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</p:sp>
      <p:sp>
        <p:nvSpPr>
          <p:cNvPr id="12" name="Text 8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株式会社RIGEL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6965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自動化が進まない、本当の理由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22" y="304800"/>
            <a:ext cx="1615678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05727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設備より、人。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43000" y="18002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自動化の前提は、設備ではありません。それを扱える、自社の技術者です。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143000" y="2752725"/>
            <a:ext cx="16002000" cy="19050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324100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よくある課題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448800" y="2324100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RTSの答え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32956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8670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設備を導入したが、誰も触れない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48800" y="28670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先に人を育ててから設備を選ぶ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43000" y="38290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4004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生産ラインを止めて教育はできない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448800" y="34004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教育専用設備を別に置くので現場に影響しない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3624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39338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外部研修は単発で、身につかない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48800" y="39338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月額で手元に置き続けるから積み上がる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3000" y="48958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4672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故障が怖くて触らせられない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448800" y="4467225"/>
            <a:ext cx="84658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"壊す→直す"を教材にする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43000" y="5210175"/>
            <a:ext cx="17602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3つの発想の転換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143000" y="5895975"/>
            <a:ext cx="54761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43000" y="6429375"/>
            <a:ext cx="54761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 → 借りる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3000" y="6858000"/>
            <a:ext cx="51276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月額制で初期投資を抑え、最短3ヶ月から始められます。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2560588" y="7913191"/>
            <a:ext cx="2143125" cy="2143125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588" y="7913191"/>
            <a:ext cx="2143125" cy="21431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54701" y="5895975"/>
            <a:ext cx="54762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6654701" y="6429375"/>
            <a:ext cx="5476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完成品 → 自分で組み立てる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654701" y="6858000"/>
            <a:ext cx="512780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部材一式が届き、組み立てるところから学習が始まります。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8072289" y="7913191"/>
            <a:ext cx="2143125" cy="2143125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72289" y="7913191"/>
            <a:ext cx="2143125" cy="2143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166550" y="5895975"/>
            <a:ext cx="54762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12166550" y="6429375"/>
            <a:ext cx="5476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不具合発生 → 学習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12166550" y="6858000"/>
            <a:ext cx="512780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組立段階に問題があっても、それが解決力を養います。</a:t>
            </a:r>
            <a:endParaRPr lang="en-US" sz="1800" dirty="0"/>
          </a:p>
        </p:txBody>
      </p:sp>
      <p:sp>
        <p:nvSpPr>
          <p:cNvPr id="35" name="Shape 30"/>
          <p:cNvSpPr/>
          <p:nvPr/>
        </p:nvSpPr>
        <p:spPr>
          <a:xfrm>
            <a:off x="13584138" y="7913191"/>
            <a:ext cx="2143125" cy="2143125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6444" r="6444" t="0" b="0"/>
          <a:stretch/>
        </p:blipFill>
        <p:spPr>
          <a:xfrm>
            <a:off x="13584138" y="7913191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4325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必要な範囲から、始められる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2575"/>
            <a:ext cx="1760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4つのプラン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143000" y="3305175"/>
            <a:ext cx="14287500" cy="19050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グレード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44528" y="2838450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学習範囲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19282" y="2838450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月額リース料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57423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初期費用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40386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5290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844528" y="35147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センサー / 空圧機器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19282" y="35147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¥120,000 /月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957423" y="35147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100,000-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7625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2529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844528" y="42386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通信関係（シリアル、Ethernet I/P）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019282" y="42386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¥198,000 /月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957423" y="42386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150,000-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54864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49768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844528" y="49625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画像処理（位置補正、検査）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019282" y="49625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¥298,000 /月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957423" y="49625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200,000-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62103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26" name="Text 23"/>
          <p:cNvSpPr/>
          <p:nvPr/>
        </p:nvSpPr>
        <p:spPr>
          <a:xfrm>
            <a:off x="1143000" y="57007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3844528" y="56864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サーボ制御を含む全範囲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019282" y="56864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¥398,000 /月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957423" y="56864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250,000-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43000" y="6524625"/>
            <a:ext cx="157162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お客様の学習内容に合わせてプランをご用意しており、技術力向上に貢献致します。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1123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届いたその日から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導入の流れとサポート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828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</p:sp>
      <p:sp>
        <p:nvSpPr>
          <p:cNvPr id="7" name="Text 4"/>
          <p:cNvSpPr/>
          <p:nvPr/>
        </p:nvSpPr>
        <p:spPr>
          <a:xfrm>
            <a:off x="1790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41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キットが届く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4800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0" name="Shape 7"/>
          <p:cNvSpPr/>
          <p:nvPr/>
        </p:nvSpPr>
        <p:spPr>
          <a:xfrm>
            <a:off x="65277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</p:sp>
      <p:sp>
        <p:nvSpPr>
          <p:cNvPr id="11" name="Text 8"/>
          <p:cNvSpPr/>
          <p:nvPr/>
        </p:nvSpPr>
        <p:spPr>
          <a:xfrm>
            <a:off x="64896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84850" y="3609975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組み立てる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46950" y="3228975"/>
            <a:ext cx="2794099" cy="19050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268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</p:sp>
      <p:sp>
        <p:nvSpPr>
          <p:cNvPr id="15" name="Text 12"/>
          <p:cNvSpPr/>
          <p:nvPr/>
        </p:nvSpPr>
        <p:spPr>
          <a:xfrm>
            <a:off x="111887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42935" y="3609975"/>
            <a:ext cx="15012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動かして学ぶ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44605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18" name="Shape 15"/>
          <p:cNvSpPr/>
          <p:nvPr/>
        </p:nvSpPr>
        <p:spPr>
          <a:xfrm>
            <a:off x="15925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</p:sp>
      <p:sp>
        <p:nvSpPr>
          <p:cNvPr id="19" name="Text 16"/>
          <p:cNvSpPr/>
          <p:nvPr/>
        </p:nvSpPr>
        <p:spPr>
          <a:xfrm>
            <a:off x="15887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438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技術者に育つ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54673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424815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444817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1143000" y="494347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STEP／体系カリキュラム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444817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257800" y="494347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ヶ月〜／最短契約期間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72600" y="444817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372600" y="494347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営業日／サポート返信目安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87400" y="444817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13487400" y="494347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年／FA設備設計の実務年数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43000" y="6491288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契約条件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43000" y="76723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33" name="Text 30"/>
          <p:cNvSpPr/>
          <p:nvPr/>
        </p:nvSpPr>
        <p:spPr>
          <a:xfrm>
            <a:off x="1143000" y="7167563"/>
            <a:ext cx="1066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契約期間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7035254" y="7167563"/>
            <a:ext cx="1816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3ヶ月〜24ヶ月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143000" y="8339137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36" name="Text 33"/>
          <p:cNvSpPr/>
          <p:nvPr/>
        </p:nvSpPr>
        <p:spPr>
          <a:xfrm>
            <a:off x="1143000" y="7834313"/>
            <a:ext cx="1066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途中解約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6815435" y="7834313"/>
            <a:ext cx="20585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2ヶ月前申請で可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1430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39" name="Text 36"/>
          <p:cNvSpPr/>
          <p:nvPr/>
        </p:nvSpPr>
        <p:spPr>
          <a:xfrm>
            <a:off x="1143000" y="8501063"/>
            <a:ext cx="13620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契約終了後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5715000" y="8501063"/>
            <a:ext cx="3268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ご返送（送料お客様負担）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9601200" y="6491288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6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サポート体制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9601200" y="76723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43" name="Text 40"/>
          <p:cNvSpPr/>
          <p:nvPr/>
        </p:nvSpPr>
        <p:spPr>
          <a:xfrm>
            <a:off x="9601200" y="7167563"/>
            <a:ext cx="13620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メール対応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5768935" y="7167563"/>
            <a:ext cx="15136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3営業日以内</a:t>
            </a:r>
            <a:endParaRPr lang="en-US" sz="1950" dirty="0"/>
          </a:p>
        </p:txBody>
      </p:sp>
      <p:sp>
        <p:nvSpPr>
          <p:cNvPr id="45" name="Shape 42"/>
          <p:cNvSpPr/>
          <p:nvPr/>
        </p:nvSpPr>
        <p:spPr>
          <a:xfrm>
            <a:off x="9601200" y="8339137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46" name="Text 43"/>
          <p:cNvSpPr/>
          <p:nvPr/>
        </p:nvSpPr>
        <p:spPr>
          <a:xfrm>
            <a:off x="9601200" y="7834313"/>
            <a:ext cx="19069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オンライン対応</a:t>
            </a:r>
            <a:endParaRPr lang="en-US" sz="1950" dirty="0"/>
          </a:p>
        </p:txBody>
      </p:sp>
      <p:sp>
        <p:nvSpPr>
          <p:cNvPr id="47" name="Text 44"/>
          <p:cNvSpPr/>
          <p:nvPr/>
        </p:nvSpPr>
        <p:spPr>
          <a:xfrm>
            <a:off x="15548074" y="7834313"/>
            <a:ext cx="17566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¥10,000 / 時間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96012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</p:sp>
      <p:sp>
        <p:nvSpPr>
          <p:cNvPr id="49" name="Text 46"/>
          <p:cNvSpPr/>
          <p:nvPr/>
        </p:nvSpPr>
        <p:spPr>
          <a:xfrm>
            <a:off x="9601200" y="8501063"/>
            <a:ext cx="1066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訪問対応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15657909" y="8501063"/>
            <a:ext cx="1635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¥100,000 / 日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</p:sp>
      <p:sp>
        <p:nvSpPr>
          <p:cNvPr id="52" name="Text 49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1871722" y="9725025"/>
            <a:ext cx="58006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千葉県柏市／rigel-works.jp／info@rigel-works.jp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2026-08-05T14:11:02Z</dcterms:created>
  <dcterms:modified xsi:type="dcterms:W3CDTF">2026-08-05T14:11:02Z</dcterms:modified>
</cp:coreProperties>
</file>